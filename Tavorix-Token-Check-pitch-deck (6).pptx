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14"/>
    <p:sldId id="259" r:id="rId5"/>
    <p:sldId id="264" r:id="rId15"/>
    <p:sldId id="265" r:id="rId16"/>
    <p:sldId id="266" r:id="rId17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ory" id="{8025fefb-b7da-9c06-fda2-2012a201d756}">
          <p14:sldIdLst>
            <p14:sldId id="256"/>
            <p14:sldId id="257"/>
            <p14:sldId id="258"/>
            <p14:sldId id="259"/>
          </p14:sldIdLst>
        </p14:section>
        <p14:section name="Status and plan" id="{aba8e939-d57f-abfc-0fce-5e335084a758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tavorix.xyz · github.com/tavorix/tavorix · pre-MVP, not validated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Tavorix Token Check · tavorix.xyz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Vl_YmNP8aL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EARLY-STAGE · OPEN SOURCE · BNB CHAIN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Tavorix </a:t>
            </a:r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Check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Plain-language risk checks for BNB Chain tokens, with the reasons shown.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Raw warning flags without context create false alarms</a:t>
            </a:r>
            <a:endParaRPr lang="en-US" sz="3400" dirty="0"/>
          </a:p>
        </p:txBody>
      </p:sp>
      <p:sp>
        <p:nvSpPr>
          <p:cNvPr id="3" name="scam card"/>
          <p:cNvSpPr/>
          <p:nvPr/>
        </p:nvSpPr>
        <p:spPr>
          <a:xfrm>
            <a:off x="640080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4" name="scam title"/>
          <p:cNvSpPr txBox="1"/>
          <p:nvPr/>
        </p:nvSpPr>
        <p:spPr>
          <a:xfrm>
            <a:off x="91440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Scam signals</a:t>
            </a:r>
            <a:endParaRPr lang="en-US" sz="2200" dirty="0"/>
          </a:p>
        </p:txBody>
      </p:sp>
      <p:sp>
        <p:nvSpPr>
          <p:cNvPr id="5" name="scam body"/>
          <p:cNvSpPr txBox="1"/>
          <p:nvPr/>
        </p:nvSpPr>
        <p:spPr>
          <a:xfrm>
            <a:off x="914400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Honeypots, hidden taxes, thin or unlocked liquidity, a few wallets holding almost everything.</a:t>
            </a:r>
            <a:endParaRPr lang="en-US" sz="1800" dirty="0"/>
          </a:p>
        </p:txBody>
      </p:sp>
      <p:sp>
        <p:nvSpPr>
          <p:cNvPr id="6" name="central card"/>
          <p:cNvSpPr/>
          <p:nvPr/>
        </p:nvSpPr>
        <p:spPr>
          <a:xfrm>
            <a:off x="4361688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7" name="central title"/>
          <p:cNvSpPr txBox="1"/>
          <p:nvPr/>
        </p:nvSpPr>
        <p:spPr>
          <a:xfrm>
            <a:off x="4636008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Centralization</a:t>
            </a:r>
            <a:endParaRPr lang="en-US" sz="2200" dirty="0"/>
          </a:p>
        </p:txBody>
      </p:sp>
      <p:sp>
        <p:nvSpPr>
          <p:cNvPr id="8" name="central body"/>
          <p:cNvSpPr txBox="1"/>
          <p:nvPr/>
        </p:nvSpPr>
        <p:spPr>
          <a:xfrm>
            <a:off x="4636008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Who can mint, pause, blacklist or upgrade a token. Legitimate issuer-controlled assets often score high here.</a:t>
            </a:r>
            <a:endParaRPr lang="en-US" sz="1800" dirty="0"/>
          </a:p>
        </p:txBody>
      </p:sp>
      <p:sp>
        <p:nvSpPr>
          <p:cNvPr id="9" name="fatigue card"/>
          <p:cNvSpPr/>
          <p:nvPr/>
        </p:nvSpPr>
        <p:spPr>
          <a:xfrm>
            <a:off x="8083296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0" name="fatigue title"/>
          <p:cNvSpPr txBox="1"/>
          <p:nvPr/>
        </p:nvSpPr>
        <p:spPr>
          <a:xfrm>
            <a:off x="8357616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Alert fatigue</a:t>
            </a:r>
            <a:endParaRPr lang="en-US" sz="2200" dirty="0"/>
          </a:p>
        </p:txBody>
      </p:sp>
      <p:sp>
        <p:nvSpPr>
          <p:cNvPr id="11" name="fatigue body"/>
          <p:cNvSpPr txBox="1"/>
          <p:nvPr/>
        </p:nvSpPr>
        <p:spPr>
          <a:xfrm>
            <a:off x="8357616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When everything is flagged, people stop reading warnings. Mixing the two kinds of risk teaches users to ignore them.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Two separate scores, each with its reasons</a:t>
            </a:r>
            <a:endParaRPr lang="en-US" sz="3400" dirty="0"/>
          </a:p>
        </p:txBody>
      </p:sp>
      <p:sp>
        <p:nvSpPr>
          <p:cNvPr id="3" name="Scam-risk score card"/>
          <p:cNvSpPr/>
          <p:nvPr/>
        </p:nvSpPr>
        <p:spPr>
          <a:xfrm>
            <a:off x="640080" y="1828800"/>
            <a:ext cx="534924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Scam-risk score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4"/>
                </a:solidFill>
              </a:rPr>
              <a:t>35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MEDIUM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404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One wallet holds 73.2% of supply, and liquidity is unlocked.</a:t>
            </a:r>
            <a:endParaRPr lang="en-US" sz="1800" dirty="0"/>
          </a:p>
        </p:txBody>
      </p:sp>
      <p:sp>
        <p:nvSpPr>
          <p:cNvPr id="8" name="Centralization score card"/>
          <p:cNvSpPr/>
          <p:nvPr/>
        </p:nvSpPr>
        <p:spPr>
          <a:xfrm>
            <a:off x="6199632" y="1828800"/>
            <a:ext cx="534924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73952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Centralization score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514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5"/>
                </a:solidFill>
              </a:rPr>
              <a:t>45</a:t>
            </a:r>
            <a:endParaRPr lang="en-US" sz="80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HIGH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8404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The owner is a single wallet and the contract can mint new tokens.</a:t>
            </a:r>
            <a:endParaRPr lang="en-US" sz="1800" dirty="0"/>
          </a:p>
        </p:txBody>
      </p:sp>
      <p:sp>
        <p:nvSpPr>
          <p:cNvPr id="13" name="note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Real output from the demo (October 2026). Design challenge: telling an issuer wallet from an ordinary large holder.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Same name, very different risk</a:t>
            </a:r>
            <a:endParaRPr lang="en-US" sz="3400" dirty="0"/>
          </a:p>
        </p:txBody>
      </p:sp>
      <p:sp>
        <p:nvSpPr>
          <p:cNvPr id="3" name="Scam-risk score card"/>
          <p:cNvSpPr/>
          <p:nvPr/>
        </p:nvSpPr>
        <p:spPr>
          <a:xfrm>
            <a:off x="640080" y="1828800"/>
            <a:ext cx="534924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Official USDT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5DFFB0"/>
                </a:solidFill>
              </a:rPr>
              <a:t>5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DFFB0"/>
                </a:solidFill>
              </a:rPr>
              <a:t>LOW scam risk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404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Centralization 45 HIGH: one issuer wallet controls the contract and can mint.</a:t>
            </a:r>
            <a:endParaRPr lang="en-US" sz="1800" dirty="0"/>
          </a:p>
        </p:txBody>
      </p:sp>
      <p:sp>
        <p:nvSpPr>
          <p:cNvPr id="8" name="Centralization score card"/>
          <p:cNvSpPr/>
          <p:nvPr/>
        </p:nvSpPr>
        <p:spPr>
          <a:xfrm>
            <a:off x="6199632" y="1828800"/>
            <a:ext cx="534924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73952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Fake USDT (a copy)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514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6B8B"/>
                </a:solidFill>
              </a:rPr>
              <a:t>80</a:t>
            </a:r>
            <a:endParaRPr lang="en-US" sz="80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926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8B"/>
                </a:solidFill>
              </a:rPr>
              <a:t>HIGH scam risk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8404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Flagged as impersonating USDT. One wallet holds 56.9%. Centralization 0 LOW.</a:t>
            </a:r>
            <a:endParaRPr lang="en-US" sz="1800" dirty="0"/>
          </a:p>
        </p:txBody>
      </p:sp>
      <p:sp>
        <p:nvSpPr>
          <p:cNvPr id="13" name="note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Real output from the demo (October 2026). Official: 0x55d3...7955. Copy: 0xC8B2...9F9B (a publicly reported fake; do not interact).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3" name="step1 card"/>
          <p:cNvSpPr/>
          <p:nvPr/>
        </p:nvSpPr>
        <p:spPr>
          <a:xfrm>
            <a:off x="640080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4" name="step1 title"/>
          <p:cNvSpPr txBox="1"/>
          <p:nvPr/>
        </p:nvSpPr>
        <p:spPr>
          <a:xfrm>
            <a:off x="91440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  Paste an address</a:t>
            </a:r>
            <a:endParaRPr lang="en-US" sz="2200" dirty="0"/>
          </a:p>
        </p:txBody>
      </p:sp>
      <p:sp>
        <p:nvSpPr>
          <p:cNvPr id="5" name="step1 body"/>
          <p:cNvSpPr txBox="1"/>
          <p:nvPr/>
        </p:nvSpPr>
        <p:spPr>
          <a:xfrm>
            <a:off x="914400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BNB Chain token contract address, taken from a trusted source.</a:t>
            </a:r>
            <a:endParaRPr lang="en-US" sz="1800" dirty="0"/>
          </a:p>
        </p:txBody>
      </p:sp>
      <p:sp>
        <p:nvSpPr>
          <p:cNvPr id="6" name="step2 card"/>
          <p:cNvSpPr/>
          <p:nvPr/>
        </p:nvSpPr>
        <p:spPr>
          <a:xfrm>
            <a:off x="4361688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7" name="step2 title"/>
          <p:cNvSpPr txBox="1"/>
          <p:nvPr/>
        </p:nvSpPr>
        <p:spPr>
          <a:xfrm>
            <a:off x="4636008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2  We read public data</a:t>
            </a:r>
            <a:endParaRPr lang="en-US" sz="2200" dirty="0"/>
          </a:p>
        </p:txBody>
      </p:sp>
      <p:sp>
        <p:nvSpPr>
          <p:cNvPr id="8" name="step2 body"/>
          <p:cNvSpPr txBox="1"/>
          <p:nvPr/>
        </p:nvSpPr>
        <p:spPr>
          <a:xfrm>
            <a:off x="4636008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BNB Chain RPC, DexScreener and GoPlus. Third-party data can be wrong or missing.</a:t>
            </a:r>
            <a:endParaRPr lang="en-US" sz="1800" dirty="0"/>
          </a:p>
        </p:txBody>
      </p:sp>
      <p:sp>
        <p:nvSpPr>
          <p:cNvPr id="9" name="step3 card"/>
          <p:cNvSpPr/>
          <p:nvPr/>
        </p:nvSpPr>
        <p:spPr>
          <a:xfrm>
            <a:off x="8083296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0" name="step3 title"/>
          <p:cNvSpPr txBox="1"/>
          <p:nvPr/>
        </p:nvSpPr>
        <p:spPr>
          <a:xfrm>
            <a:off x="8357616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3  You get a report</a:t>
            </a:r>
            <a:endParaRPr lang="en-US" sz="2200" dirty="0"/>
          </a:p>
        </p:txBody>
      </p:sp>
      <p:sp>
        <p:nvSpPr>
          <p:cNvPr id="11" name="step3 body"/>
          <p:cNvSpPr txBox="1"/>
          <p:nvPr/>
        </p:nvSpPr>
        <p:spPr>
          <a:xfrm>
            <a:off x="8357616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Two scores, reasons, evidence coverage, a check matrix and a JSON report. Checks with no data are never counted as safe.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Tavorix fits among existing scanners</a:t>
            </a:r>
            <a:endParaRPr lang="en-US" sz="3400" dirty="0"/>
          </a:p>
        </p:txBody>
      </p:sp>
      <p:sp>
        <p:nvSpPr>
          <p:cNvPr id="3" name="scam card"/>
          <p:cNvSpPr/>
          <p:nvPr/>
        </p:nvSpPr>
        <p:spPr>
          <a:xfrm>
            <a:off x="640080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4" name="scam title"/>
          <p:cNvSpPr txBox="1"/>
          <p:nvPr/>
        </p:nvSpPr>
        <p:spPr>
          <a:xfrm>
            <a:off x="91440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What exists</a:t>
            </a:r>
            <a:endParaRPr lang="en-US" sz="2200" dirty="0"/>
          </a:p>
        </p:txBody>
      </p:sp>
      <p:sp>
        <p:nvSpPr>
          <p:cNvPr id="5" name="scam body"/>
          <p:cNvSpPr txBox="1"/>
          <p:nvPr/>
        </p:nvSpPr>
        <p:spPr>
          <a:xfrm>
            <a:off x="914400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Scanners such as GoPlus, Token Sniffer and Honeypot.is flag many scam patterns. Tavorix builds on GoPlus data.</a:t>
            </a:r>
            <a:endParaRPr lang="en-US" sz="1800" dirty="0"/>
          </a:p>
        </p:txBody>
      </p:sp>
      <p:sp>
        <p:nvSpPr>
          <p:cNvPr id="6" name="central card"/>
          <p:cNvSpPr/>
          <p:nvPr/>
        </p:nvSpPr>
        <p:spPr>
          <a:xfrm>
            <a:off x="4361688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7" name="central title"/>
          <p:cNvSpPr txBox="1"/>
          <p:nvPr/>
        </p:nvSpPr>
        <p:spPr>
          <a:xfrm>
            <a:off x="4636008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The gap we target</a:t>
            </a:r>
            <a:endParaRPr lang="en-US" sz="2200" dirty="0"/>
          </a:p>
        </p:txBody>
      </p:sp>
      <p:sp>
        <p:nvSpPr>
          <p:cNvPr id="8" name="central body"/>
          <p:cNvSpPr txBox="1"/>
          <p:nvPr/>
        </p:nvSpPr>
        <p:spPr>
          <a:xfrm>
            <a:off x="4636008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Scam and issuer-control signals are often blended, and missing data is easy to miss.</a:t>
            </a:r>
            <a:endParaRPr lang="en-US" sz="1800" dirty="0"/>
          </a:p>
        </p:txBody>
      </p:sp>
      <p:sp>
        <p:nvSpPr>
          <p:cNvPr id="9" name="fatigue card"/>
          <p:cNvSpPr/>
          <p:nvPr/>
        </p:nvSpPr>
        <p:spPr>
          <a:xfrm>
            <a:off x="8083296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0" name="fatigue title"/>
          <p:cNvSpPr txBox="1"/>
          <p:nvPr/>
        </p:nvSpPr>
        <p:spPr>
          <a:xfrm>
            <a:off x="8357616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What Tavorix adds</a:t>
            </a:r>
            <a:endParaRPr lang="en-US" sz="2200" dirty="0"/>
          </a:p>
        </p:txBody>
      </p:sp>
      <p:sp>
        <p:nvSpPr>
          <p:cNvPr id="11" name="fatigue body"/>
          <p:cNvSpPr txBox="1"/>
          <p:nvPr/>
        </p:nvSpPr>
        <p:spPr>
          <a:xfrm>
            <a:off x="8357616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Two separate scores with reasons, evidence coverage, and a public dataset and accuracy report (planned).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Why it matters for BNB Chain</a:t>
            </a:r>
            <a:endParaRPr lang="en-US" sz="3400" dirty="0"/>
          </a:p>
        </p:txBody>
      </p:sp>
      <p:sp>
        <p:nvSpPr>
          <p:cNvPr id="3" name="scam card"/>
          <p:cNvSpPr/>
          <p:nvPr/>
        </p:nvSpPr>
        <p:spPr>
          <a:xfrm>
            <a:off x="640080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4" name="scam title"/>
          <p:cNvSpPr txBox="1"/>
          <p:nvPr/>
        </p:nvSpPr>
        <p:spPr>
          <a:xfrm>
            <a:off x="91440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Built for BNB Chain</a:t>
            </a:r>
            <a:endParaRPr lang="en-US" sz="2200" dirty="0"/>
          </a:p>
        </p:txBody>
      </p:sp>
      <p:sp>
        <p:nvSpPr>
          <p:cNvPr id="5" name="scam body"/>
          <p:cNvSpPr txBox="1"/>
          <p:nvPr/>
        </p:nvSpPr>
        <p:spPr>
          <a:xfrm>
            <a:off x="914400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Every check reads BNB Smart Chain data through BNB Chain RPC, DexScreener and GoPlus.</a:t>
            </a:r>
            <a:endParaRPr lang="en-US" sz="1800" dirty="0"/>
          </a:p>
        </p:txBody>
      </p:sp>
      <p:sp>
        <p:nvSpPr>
          <p:cNvPr id="6" name="central card"/>
          <p:cNvSpPr/>
          <p:nvPr/>
        </p:nvSpPr>
        <p:spPr>
          <a:xfrm>
            <a:off x="4361688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7" name="central title"/>
          <p:cNvSpPr txBox="1"/>
          <p:nvPr/>
        </p:nvSpPr>
        <p:spPr>
          <a:xfrm>
            <a:off x="4636008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Protects newer traders</a:t>
            </a:r>
            <a:endParaRPr lang="en-US" sz="2200" dirty="0"/>
          </a:p>
        </p:txBody>
      </p:sp>
      <p:sp>
        <p:nvSpPr>
          <p:cNvPr id="8" name="central body"/>
          <p:cNvSpPr txBox="1"/>
          <p:nvPr/>
        </p:nvSpPr>
        <p:spPr>
          <a:xfrm>
            <a:off x="4636008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Plain-language reasons help people who cannot read contracts or on-chain data.</a:t>
            </a:r>
            <a:endParaRPr lang="en-US" sz="1800" dirty="0"/>
          </a:p>
        </p:txBody>
      </p:sp>
      <p:sp>
        <p:nvSpPr>
          <p:cNvPr id="9" name="fatigue card"/>
          <p:cNvSpPr/>
          <p:nvPr/>
        </p:nvSpPr>
        <p:spPr>
          <a:xfrm>
            <a:off x="8083296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0" name="fatigue title"/>
          <p:cNvSpPr txBox="1"/>
          <p:nvPr/>
        </p:nvSpPr>
        <p:spPr>
          <a:xfrm>
            <a:off x="8357616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Open for builders</a:t>
            </a:r>
            <a:endParaRPr lang="en-US" sz="2200" dirty="0"/>
          </a:p>
        </p:txBody>
      </p:sp>
      <p:sp>
        <p:nvSpPr>
          <p:cNvPr id="11" name="fatigue body"/>
          <p:cNvSpPr txBox="1"/>
          <p:nvPr/>
        </p:nvSpPr>
        <p:spPr>
          <a:xfrm>
            <a:off x="8357616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MIT-licensed code. Wallets and dApps can reuse it, and an open API is planned.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How Tavorix can earn (planned)</a:t>
            </a:r>
            <a:endParaRPr lang="en-US" sz="3400" dirty="0"/>
          </a:p>
        </p:txBody>
      </p:sp>
      <p:sp>
        <p:nvSpPr>
          <p:cNvPr id="3" name="scam card"/>
          <p:cNvSpPr/>
          <p:nvPr/>
        </p:nvSpPr>
        <p:spPr>
          <a:xfrm>
            <a:off x="640080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4" name="scam title"/>
          <p:cNvSpPr txBox="1"/>
          <p:nvPr/>
        </p:nvSpPr>
        <p:spPr>
          <a:xfrm>
            <a:off x="91440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Free and open source</a:t>
            </a:r>
            <a:endParaRPr lang="en-US" sz="2200" dirty="0"/>
          </a:p>
        </p:txBody>
      </p:sp>
      <p:sp>
        <p:nvSpPr>
          <p:cNvPr id="5" name="scam body"/>
          <p:cNvSpPr txBox="1"/>
          <p:nvPr/>
        </p:nvSpPr>
        <p:spPr>
          <a:xfrm>
            <a:off x="914400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The core scanner and basic report stay free under the MIT license.</a:t>
            </a:r>
            <a:endParaRPr lang="en-US" sz="1800" dirty="0"/>
          </a:p>
        </p:txBody>
      </p:sp>
      <p:sp>
        <p:nvSpPr>
          <p:cNvPr id="6" name="central card"/>
          <p:cNvSpPr/>
          <p:nvPr/>
        </p:nvSpPr>
        <p:spPr>
          <a:xfrm>
            <a:off x="4361688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7" name="central title"/>
          <p:cNvSpPr txBox="1"/>
          <p:nvPr/>
        </p:nvSpPr>
        <p:spPr>
          <a:xfrm>
            <a:off x="4636008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API for wallets</a:t>
            </a:r>
            <a:endParaRPr lang="en-US" sz="2200" dirty="0"/>
          </a:p>
        </p:txBody>
      </p:sp>
      <p:sp>
        <p:nvSpPr>
          <p:cNvPr id="8" name="central body"/>
          <p:cNvSpPr txBox="1"/>
          <p:nvPr/>
        </p:nvSpPr>
        <p:spPr>
          <a:xfrm>
            <a:off x="4636008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Paid usage tiers so a swap can check a token first. Planned, not yet built.</a:t>
            </a:r>
            <a:endParaRPr lang="en-US" sz="1800" dirty="0"/>
          </a:p>
        </p:txBody>
      </p:sp>
      <p:sp>
        <p:nvSpPr>
          <p:cNvPr id="9" name="fatigue card"/>
          <p:cNvSpPr/>
          <p:nvPr/>
        </p:nvSpPr>
        <p:spPr>
          <a:xfrm>
            <a:off x="8083296" y="192024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0" name="fatigue title"/>
          <p:cNvSpPr txBox="1"/>
          <p:nvPr/>
        </p:nvSpPr>
        <p:spPr>
          <a:xfrm>
            <a:off x="8357616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Premium for traders</a:t>
            </a:r>
            <a:endParaRPr lang="en-US" sz="2200" dirty="0"/>
          </a:p>
        </p:txBody>
      </p:sp>
      <p:sp>
        <p:nvSpPr>
          <p:cNvPr id="11" name="fatigue body"/>
          <p:cNvSpPr txBox="1"/>
          <p:nvPr/>
        </p:nvSpPr>
        <p:spPr>
          <a:xfrm>
            <a:off x="8357616" y="27889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Alerts, watchlists and deeper reports. Planned, not yet built.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we are, honestly</a:t>
            </a:r>
            <a:endParaRPr lang="en-US" sz="3400" dirty="0"/>
          </a:p>
        </p:txBody>
      </p:sp>
      <p:sp>
        <p:nvSpPr>
          <p:cNvPr id="3" name="row 1"/>
          <p:cNvSpPr/>
          <p:nvPr/>
        </p:nvSpPr>
        <p:spPr>
          <a:xfrm>
            <a:off x="640080" y="1783080"/>
            <a:ext cx="10881360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Working scanner (18 checks, two separate scores)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595360" y="17830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Done</a:t>
            </a:r>
            <a:endParaRPr lang="en-US" sz="1800" dirty="0"/>
          </a:p>
        </p:txBody>
      </p:sp>
      <p:sp>
        <p:nvSpPr>
          <p:cNvPr id="6" name="row 2"/>
          <p:cNvSpPr/>
          <p:nvPr/>
        </p:nvSpPr>
        <p:spPr>
          <a:xfrm>
            <a:off x="640080" y="2404872"/>
            <a:ext cx="10881360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14400" y="24048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Open-source code and 42 automated tests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240487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Done</a:t>
            </a:r>
            <a:endParaRPr lang="en-US" sz="1800" dirty="0"/>
          </a:p>
        </p:txBody>
      </p:sp>
      <p:sp>
        <p:nvSpPr>
          <p:cNvPr id="9" name="row 3"/>
          <p:cNvSpPr/>
          <p:nvPr/>
        </p:nvSpPr>
        <p:spPr>
          <a:xfrm>
            <a:off x="640080" y="3026664"/>
            <a:ext cx="10881360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14400" y="302666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Publicly hosted demo (tavorix.xyz/check)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02666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Done</a:t>
            </a:r>
            <a:endParaRPr lang="en-US" sz="1800" dirty="0"/>
          </a:p>
        </p:txBody>
      </p:sp>
      <p:sp>
        <p:nvSpPr>
          <p:cNvPr id="12" name="row 4"/>
          <p:cNvSpPr/>
          <p:nvPr/>
        </p:nvSpPr>
        <p:spPr>
          <a:xfrm>
            <a:off x="640080" y="3648456"/>
            <a:ext cx="10881360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14400" y="364845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Labeled dataset (initial sample of 23 tokens)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364845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In progress</a:t>
            </a:r>
            <a:endParaRPr lang="en-US" sz="1800" dirty="0"/>
          </a:p>
        </p:txBody>
      </p:sp>
      <p:sp>
        <p:nvSpPr>
          <p:cNvPr id="15" name="row 5"/>
          <p:cNvSpPr/>
          <p:nvPr/>
        </p:nvSpPr>
        <p:spPr>
          <a:xfrm>
            <a:off x="640080" y="4270248"/>
            <a:ext cx="10881360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14400" y="427024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Independent validation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427024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Planned</a:t>
            </a:r>
            <a:endParaRPr lang="en-US" sz="1800" dirty="0"/>
          </a:p>
        </p:txBody>
      </p:sp>
      <p:sp>
        <p:nvSpPr>
          <p:cNvPr id="18" name="row 6"/>
          <p:cNvSpPr/>
          <p:nvPr/>
        </p:nvSpPr>
        <p:spPr>
          <a:xfrm>
            <a:off x="640080" y="4892040"/>
            <a:ext cx="10881360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914400" y="48920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Team page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48920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Coming soon</a:t>
            </a:r>
            <a:endParaRPr lang="en-US" sz="1800" dirty="0"/>
          </a:p>
        </p:txBody>
      </p:sp>
      <p:sp>
        <p:nvSpPr>
          <p:cNvPr id="21" name="note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Initial evaluation published with all failures (it missed 4 old rugpull examples). No accuracy claims yet. Scores are estimates and not financial advice.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Roadmap, each step checkable</a:t>
            </a:r>
            <a:endParaRPr lang="en-US" sz="3400" dirty="0"/>
          </a:p>
        </p:txBody>
      </p:sp>
      <p:sp>
        <p:nvSpPr>
          <p:cNvPr id="3" name="m1 card"/>
          <p:cNvSpPr/>
          <p:nvPr/>
        </p:nvSpPr>
        <p:spPr>
          <a:xfrm>
            <a:off x="640080" y="182880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4" name="m1 title"/>
          <p:cNvSpPr txBox="1"/>
          <p:nvPr/>
        </p:nvSpPr>
        <p:spPr>
          <a:xfrm>
            <a:off x="914400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Now</a:t>
            </a:r>
            <a:endParaRPr lang="en-US" sz="2200" dirty="0"/>
          </a:p>
        </p:txBody>
      </p:sp>
      <p:sp>
        <p:nvSpPr>
          <p:cNvPr id="5" name="m1 body"/>
          <p:cNvSpPr txBox="1"/>
          <p:nvPr/>
        </p:nvSpPr>
        <p:spPr>
          <a:xfrm>
            <a:off x="914400" y="26974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Public demo (live), documentation, labeled dataset from 23 to 35 verified entries.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Check: live demo and dataset in the repository.</a:t>
            </a:r>
            <a:endParaRPr lang="en-US" sz="1700" dirty="0"/>
          </a:p>
        </p:txBody>
      </p:sp>
      <p:sp>
        <p:nvSpPr>
          <p:cNvPr id="6" name="m2 card"/>
          <p:cNvSpPr/>
          <p:nvPr/>
        </p:nvSpPr>
        <p:spPr>
          <a:xfrm>
            <a:off x="4361688" y="182880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7" name="m2 title"/>
          <p:cNvSpPr txBox="1"/>
          <p:nvPr/>
        </p:nvSpPr>
        <p:spPr>
          <a:xfrm>
            <a:off x="4636008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Next</a:t>
            </a:r>
            <a:endParaRPr lang="en-US" sz="2200" dirty="0"/>
          </a:p>
        </p:txBody>
      </p:sp>
      <p:sp>
        <p:nvSpPr>
          <p:cNvPr id="8" name="m2 body"/>
          <p:cNvSpPr txBox="1"/>
          <p:nvPr/>
        </p:nvSpPr>
        <p:spPr>
          <a:xfrm>
            <a:off x="4636008" y="26974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Improve detection of old rugpulls (4 were missed), then a small-sample accuracy report including failures.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Check: published method and results.</a:t>
            </a:r>
            <a:endParaRPr lang="en-US" sz="1700" dirty="0"/>
          </a:p>
        </p:txBody>
      </p:sp>
      <p:sp>
        <p:nvSpPr>
          <p:cNvPr id="9" name="m3 card"/>
          <p:cNvSpPr/>
          <p:nvPr/>
        </p:nvSpPr>
        <p:spPr>
          <a:xfrm>
            <a:off x="8083296" y="182880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0" name="m3 title"/>
          <p:cNvSpPr txBox="1"/>
          <p:nvPr/>
        </p:nvSpPr>
        <p:spPr>
          <a:xfrm>
            <a:off x="8357616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Later (no date)</a:t>
            </a:r>
            <a:endParaRPr lang="en-US" sz="2200" dirty="0"/>
          </a:p>
        </p:txBody>
      </p:sp>
      <p:sp>
        <p:nvSpPr>
          <p:cNvPr id="11" name="m3 body"/>
          <p:cNvSpPr txBox="1"/>
          <p:nvPr/>
        </p:nvSpPr>
        <p:spPr>
          <a:xfrm>
            <a:off x="8357616" y="26974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Simulation-based honeypot detection, an open API, and a pilot with traders.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Check: API docs and pilot summary.</a:t>
            </a:r>
            <a:endParaRPr lang="en-US" sz="1700" dirty="0"/>
          </a:p>
        </p:txBody>
      </p:sp>
      <p:sp>
        <p:nvSpPr>
          <p:cNvPr id="12" name="note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Proposed, no fixed dates.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Next steps and the team</a:t>
            </a:r>
            <a:endParaRPr lang="en-US" sz="3400" dirty="0"/>
          </a:p>
        </p:txBody>
      </p:sp>
      <p:sp>
        <p:nvSpPr>
          <p:cNvPr id="3" name="team card"/>
          <p:cNvSpPr/>
          <p:nvPr/>
        </p:nvSpPr>
        <p:spPr>
          <a:xfrm>
            <a:off x="640080" y="1828800"/>
            <a:ext cx="534924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4" name="team title"/>
          <p:cNvSpPr txBox="1"/>
          <p:nvPr/>
        </p:nvSpPr>
        <p:spPr>
          <a:xfrm>
            <a:off x="914400" y="2057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Team</a:t>
            </a:r>
            <a:endParaRPr lang="en-US" sz="2200" dirty="0"/>
          </a:p>
        </p:txBody>
      </p:sp>
      <p:sp>
        <p:nvSpPr>
          <p:cNvPr id="5" name="team body"/>
          <p:cNvSpPr txBox="1"/>
          <p:nvPr/>
        </p:nvSpPr>
        <p:spPr>
          <a:xfrm>
            <a:off x="914400" y="269748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Dadang Setiawan, Founder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github.com/ddng-dev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Open roles: security engineer, data or ML engineer.</a:t>
            </a:r>
            <a:endParaRPr lang="en-US" sz="1800" dirty="0"/>
          </a:p>
        </p:txBody>
      </p:sp>
      <p:sp>
        <p:nvSpPr>
          <p:cNvPr id="6" name="ask card"/>
          <p:cNvSpPr/>
          <p:nvPr/>
        </p:nvSpPr>
        <p:spPr>
          <a:xfrm>
            <a:off x="6199632" y="1828800"/>
            <a:ext cx="534924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7" name="ask title"/>
          <p:cNvSpPr txBox="1"/>
          <p:nvPr/>
        </p:nvSpPr>
        <p:spPr>
          <a:xfrm>
            <a:off x="6473952" y="2057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8" name="ask body"/>
          <p:cNvSpPr txBox="1"/>
          <p:nvPr/>
        </p:nvSpPr>
        <p:spPr>
          <a:xfrm>
            <a:off x="6473952" y="269748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Dataset to 35 verified tokens, then a public accuracy report including failures.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/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Any token plans come only after validation, independent audits and legal review. No token has been issued and no token sale is open.</a:t>
            </a:r>
            <a:endParaRPr lang="en-US" sz="1800" dirty="0"/>
          </a:p>
        </p:txBody>
      </p:sp>
      <p:sp>
        <p:nvSpPr>
          <p:cNvPr id="9" name="note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hlinkClick r:id="rId3"/>
              </a:rPr>
              <a:t>Contact: partnerships@tavorix.xyz · Security: security@tavorix.xyz · Demo video: youtu.be/Vl_YmNP8aLM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vorix">
  <a:themeElements>
    <a:clrScheme name="Tavorix">
      <a:dk1>
        <a:srgbClr val="070A1F"/>
      </a:dk1>
      <a:lt1>
        <a:srgbClr val="EEF1FF"/>
      </a:lt1>
      <a:dk2>
        <a:srgbClr val="10163A"/>
      </a:dk2>
      <a:lt2>
        <a:srgbClr val="9AA3D6"/>
      </a:lt2>
      <a:accent1>
        <a:srgbClr val="5EF2FF"/>
      </a:accent1>
      <a:accent2>
        <a:srgbClr val="FF5FD2"/>
      </a:accent2>
      <a:accent3>
        <a:srgbClr val="8B6CFF"/>
      </a:accent3>
      <a:accent4>
        <a:srgbClr val="FFD36B"/>
      </a:accent4>
      <a:accent5>
        <a:srgbClr val="FF6B8B"/>
      </a:accent5>
      <a:accent6>
        <a:srgbClr val="5DFFB0"/>
      </a:accent6>
      <a:hlink>
        <a:srgbClr val="5EF2FF"/>
      </a:hlink>
      <a:folHlink>
        <a:srgbClr val="8B6CFF"/>
      </a:folHlink>
    </a:clrScheme>
    <a:fontScheme name="Tavor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Tavorix Token Check: pitch deck</dc:title>
  <dc:subject>PptxGenJS Presentation</dc:subject>
  <dc:creator>Tavorix</dc:creator>
  <cp:lastModifiedBy>Tavorix</cp:lastModifiedBy>
  <cp:revision>1</cp:revision>
  <dcterms:created xsi:type="dcterms:W3CDTF">2026-10-25T03:03:06Z</dcterms:created>
  <dcterms:modified xsi:type="dcterms:W3CDTF">2026-10-25T03:03:06Z</dcterms:modified>
</cp:coreProperties>
</file>